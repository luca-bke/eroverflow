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2"/>
  </p:notesMasterIdLst>
  <p:sldIdLst>
    <p:sldId id="256" r:id="rId2"/>
    <p:sldId id="257" r:id="rId3"/>
    <p:sldId id="277" r:id="rId4"/>
    <p:sldId id="270" r:id="rId5"/>
    <p:sldId id="265" r:id="rId6"/>
    <p:sldId id="274" r:id="rId7"/>
    <p:sldId id="267" r:id="rId8"/>
    <p:sldId id="276" r:id="rId9"/>
    <p:sldId id="269" r:id="rId10"/>
    <p:sldId id="268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09" autoAdjust="0"/>
    <p:restoredTop sz="94687"/>
  </p:normalViewPr>
  <p:slideViewPr>
    <p:cSldViewPr snapToGrid="0">
      <p:cViewPr>
        <p:scale>
          <a:sx n="132" d="100"/>
          <a:sy n="132" d="100"/>
        </p:scale>
        <p:origin x="1008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0F69B-FB5E-4651-AB89-2F22174B91E4}" type="datetimeFigureOut">
              <a:t>02.07.26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815AA-70C6-4ACD-8E99-95985D80A309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82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815AA-70C6-4ACD-8E99-95985D80A30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009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 brief overview of the challenge we're participating in</a:t>
            </a:r>
          </a:p>
          <a:p>
            <a:br>
              <a:rPr lang="en-US" dirty="0">
                <a:ea typeface="Calibri"/>
                <a:cs typeface="Calibri"/>
              </a:rPr>
            </a:br>
            <a:r>
              <a:rPr lang="en-US" dirty="0">
                <a:ea typeface="Calibri"/>
                <a:cs typeface="Calibri"/>
              </a:rPr>
              <a:t>You can go over multiple turns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815AA-70C6-4ACD-8E99-95985D80A309}" type="slidenum"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5956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1EAE-9B9D-5374-22DE-3D835C29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F3BE21-A8F9-D3AC-1AEF-66794A2A2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9917BAA-22D5-111C-C941-FF7DFCEF8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reached the </a:t>
            </a:r>
            <a:r>
              <a:rPr lang="en-US" dirty="0" err="1">
                <a:ea typeface="Calibri"/>
                <a:cs typeface="Calibri"/>
              </a:rPr>
              <a:t>api</a:t>
            </a:r>
            <a:r>
              <a:rPr lang="en-US" dirty="0">
                <a:ea typeface="Calibri"/>
                <a:cs typeface="Calibri"/>
              </a:rPr>
              <a:t> key limit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DB5BF9-FEFB-FB33-7E20-E0DE2B485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815AA-70C6-4ACD-8E99-95985D80A309}" type="slidenum"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043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Focus </a:t>
            </a:r>
            <a:r>
              <a:rPr lang="de-DE" dirty="0" err="1"/>
              <a:t>is</a:t>
            </a:r>
            <a:r>
              <a:rPr lang="de-DE" dirty="0"/>
              <a:t> on </a:t>
            </a:r>
            <a:r>
              <a:rPr lang="de-DE" dirty="0" err="1"/>
              <a:t>relatively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815AA-70C6-4ACD-8E99-95985D80A30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0562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815AA-70C6-4ACD-8E99-95985D80A30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1813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815AA-70C6-4ACD-8E99-95985D80A309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966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38067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73005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962339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20251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8414942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6085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74136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8452982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4474740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86629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55256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7/2/26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1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 spd="slow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latin typeface="Franklin Gothic Demi Cond"/>
              </a:rPr>
              <a:t>TEAM ER OVERFLOW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STATUS UPDATE 04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6307D-56AE-7CCC-5F2B-547EF646F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WHERE WE LEFT OFF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57A591-8B62-525B-6D16-0CE056DD3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latin typeface="Franklin Gothic Medium Cond"/>
              </a:rPr>
              <a:t>Agent-Beats Terminal Bench 2.0:</a:t>
            </a:r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de-DE" dirty="0">
                <a:latin typeface="Franklin Gothic Medium Cond"/>
              </a:rPr>
              <a:t>89 </a:t>
            </a:r>
            <a:r>
              <a:rPr lang="de-DE" dirty="0" err="1">
                <a:latin typeface="Franklin Gothic Medium Cond"/>
              </a:rPr>
              <a:t>command</a:t>
            </a:r>
            <a:r>
              <a:rPr lang="de-DE" dirty="0">
                <a:latin typeface="Franklin Gothic Medium Cond"/>
              </a:rPr>
              <a:t>-line </a:t>
            </a:r>
            <a:r>
              <a:rPr lang="de-DE" dirty="0" err="1">
                <a:latin typeface="Franklin Gothic Medium Cond"/>
              </a:rPr>
              <a:t>tasks</a:t>
            </a:r>
            <a:endParaRPr lang="de-DE" dirty="0">
              <a:latin typeface="Franklin Gothic Medium Cond"/>
            </a:endParaRPr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de-DE" dirty="0">
                <a:latin typeface="Franklin Gothic Medium Cond"/>
              </a:rPr>
              <a:t>Docker </a:t>
            </a:r>
            <a:r>
              <a:rPr lang="de-DE" dirty="0" err="1">
                <a:latin typeface="Franklin Gothic Medium Cond"/>
              </a:rPr>
              <a:t>environment</a:t>
            </a:r>
            <a:r>
              <a:rPr lang="de-DE" dirty="0">
                <a:latin typeface="Franklin Gothic Medium Cond"/>
              </a:rPr>
              <a:t> </a:t>
            </a:r>
            <a:r>
              <a:rPr lang="de-DE" dirty="0" err="1">
                <a:latin typeface="Franklin Gothic Medium Cond"/>
              </a:rPr>
              <a:t>for</a:t>
            </a:r>
            <a:r>
              <a:rPr lang="de-DE" dirty="0">
                <a:latin typeface="Franklin Gothic Medium Cond"/>
              </a:rPr>
              <a:t> cli </a:t>
            </a:r>
            <a:r>
              <a:rPr lang="en-US" dirty="0">
                <a:latin typeface="Franklin Gothic Medium Cond"/>
              </a:rPr>
              <a:t>execution</a:t>
            </a:r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Franklin Gothic Medium Cond"/>
              </a:rPr>
              <a:t>focus on tool and multi-agent architecture design</a:t>
            </a:r>
          </a:p>
          <a:p>
            <a:pPr marL="160020" lvl="1" indent="0">
              <a:buNone/>
            </a:pPr>
            <a:endParaRPr lang="en-US" sz="2400" dirty="0">
              <a:latin typeface="Franklin Gothic Medium Cond"/>
            </a:endParaRPr>
          </a:p>
        </p:txBody>
      </p:sp>
    </p:spTree>
    <p:extLst>
      <p:ext uri="{BB962C8B-B14F-4D97-AF65-F5344CB8AC3E}">
        <p14:creationId xmlns:p14="http://schemas.microsoft.com/office/powerpoint/2010/main" val="1368855660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5C89-164D-3A4D-4E3A-76302989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19DE8E-7803-A822-34A4-F7887D2F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WHERE WE LEFT OFF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D466F0-64AE-C524-9DBE-2C6D74D09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Franklin Gothic Medium Cond"/>
              </a:rPr>
              <a:t>Single role agent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Franklin Gothic Medium Cond"/>
              </a:rPr>
              <a:t>Static syntax checker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Franklin Gothic Medium Cond"/>
              </a:rPr>
              <a:t>Memory module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Franklin Gothic Medium Cond"/>
              </a:rPr>
              <a:t>Successfully ran 7 out of 52 tasks </a:t>
            </a:r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Franklin Gothic Medium Cond"/>
              </a:rPr>
              <a:t>27 Tasks didn’t try</a:t>
            </a:r>
          </a:p>
          <a:p>
            <a:pPr marL="617220" lvl="1" indent="-342900">
              <a:buFont typeface="Arial" panose="020B0604020202020204" pitchFamily="34" charset="0"/>
              <a:buChar char="•"/>
            </a:pPr>
            <a:endParaRPr lang="en-US" dirty="0">
              <a:latin typeface="Franklin Gothic Medium Cond"/>
            </a:endParaRPr>
          </a:p>
        </p:txBody>
      </p:sp>
    </p:spTree>
    <p:extLst>
      <p:ext uri="{BB962C8B-B14F-4D97-AF65-F5344CB8AC3E}">
        <p14:creationId xmlns:p14="http://schemas.microsoft.com/office/powerpoint/2010/main" val="280399680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9A76D-C151-B83A-CA40-01C63E26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Where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left</a:t>
            </a:r>
            <a:r>
              <a:rPr lang="es-ES" dirty="0"/>
              <a:t> off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9D3DE82-7004-116A-326F-D79B4119E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629" y="2379650"/>
            <a:ext cx="6763694" cy="431542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4E4045AC-4004-36DF-840F-DCA7E95EBE9F}"/>
              </a:ext>
            </a:extLst>
          </p:cNvPr>
          <p:cNvSpPr txBox="1"/>
          <p:nvPr/>
        </p:nvSpPr>
        <p:spPr>
          <a:xfrm>
            <a:off x="5958978" y="6540186"/>
            <a:ext cx="632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Terminal-</a:t>
            </a:r>
            <a:r>
              <a:rPr lang="es-ES" dirty="0" err="1"/>
              <a:t>Bench</a:t>
            </a:r>
            <a:r>
              <a:rPr lang="es-ES" dirty="0"/>
              <a:t>: https://doi.org/10.48550/arXiv.2601.11868</a:t>
            </a:r>
          </a:p>
        </p:txBody>
      </p:sp>
    </p:spTree>
    <p:extLst>
      <p:ext uri="{BB962C8B-B14F-4D97-AF65-F5344CB8AC3E}">
        <p14:creationId xmlns:p14="http://schemas.microsoft.com/office/powerpoint/2010/main" val="3086248615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47461-489C-1824-CF27-E26F89781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s-ES" dirty="0" err="1"/>
              <a:t>Challenges</a:t>
            </a:r>
            <a:endParaRPr lang="es-E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FC7E5B-5701-17B4-C1CE-2E278A70B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err="1"/>
              <a:t>Limitations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single-</a:t>
            </a:r>
            <a:r>
              <a:rPr lang="es-ES" sz="2400" dirty="0" err="1"/>
              <a:t>agent</a:t>
            </a:r>
            <a:r>
              <a:rPr lang="es-ES" sz="2400" dirty="0"/>
              <a:t> </a:t>
            </a:r>
            <a:r>
              <a:rPr lang="es-ES" sz="2400" dirty="0" err="1"/>
              <a:t>architecture</a:t>
            </a:r>
            <a:r>
              <a:rPr lang="es-ES" sz="2400" dirty="0"/>
              <a:t> 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s-ES" sz="2100" dirty="0" err="1"/>
              <a:t>Planning</a:t>
            </a:r>
            <a:r>
              <a:rPr lang="es-ES" sz="2100" dirty="0"/>
              <a:t> </a:t>
            </a:r>
            <a:r>
              <a:rPr lang="es-ES" sz="2100" dirty="0" err="1"/>
              <a:t>over</a:t>
            </a:r>
            <a:r>
              <a:rPr lang="es-ES" sz="2100" dirty="0"/>
              <a:t> </a:t>
            </a:r>
            <a:r>
              <a:rPr lang="es-ES" sz="2100" dirty="0" err="1"/>
              <a:t>multiple</a:t>
            </a:r>
            <a:r>
              <a:rPr lang="es-ES" sz="2100" dirty="0"/>
              <a:t> </a:t>
            </a:r>
            <a:r>
              <a:rPr lang="es-ES" sz="2100" dirty="0" err="1"/>
              <a:t>runs</a:t>
            </a:r>
            <a:endParaRPr lang="es-ES" sz="2100" dirty="0"/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s-ES" sz="2100" dirty="0" err="1"/>
              <a:t>Semantics</a:t>
            </a:r>
            <a:endParaRPr lang="es-ES" sz="21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/>
              <a:t>API </a:t>
            </a:r>
            <a:r>
              <a:rPr lang="es-ES" sz="2400" dirty="0" err="1"/>
              <a:t>Limitations</a:t>
            </a:r>
            <a:r>
              <a:rPr lang="es-ES" sz="2400" dirty="0"/>
              <a:t> </a:t>
            </a:r>
            <a:r>
              <a:rPr lang="es-ES" sz="2400" dirty="0" err="1"/>
              <a:t>from</a:t>
            </a:r>
            <a:r>
              <a:rPr lang="es-ES" sz="2400" dirty="0"/>
              <a:t> KISSKI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2673426-D88F-9F0C-D7F2-1918E6558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68" r="1051" b="2"/>
          <a:stretch>
            <a:fillRect/>
          </a:stretch>
        </p:blipFill>
        <p:spPr>
          <a:xfrm>
            <a:off x="6412992" y="2583371"/>
            <a:ext cx="4815840" cy="3593592"/>
          </a:xfrm>
          <a:prstGeom prst="rect">
            <a:avLst/>
          </a:prstGeom>
          <a:noFill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6463A96-9BA5-5D7D-4727-7107197EA9D2}"/>
              </a:ext>
            </a:extLst>
          </p:cNvPr>
          <p:cNvSpPr txBox="1"/>
          <p:nvPr/>
        </p:nvSpPr>
        <p:spPr>
          <a:xfrm>
            <a:off x="5958978" y="6540186"/>
            <a:ext cx="632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Terminal-</a:t>
            </a:r>
            <a:r>
              <a:rPr lang="es-ES" dirty="0" err="1"/>
              <a:t>Bench</a:t>
            </a:r>
            <a:r>
              <a:rPr lang="es-ES" dirty="0"/>
              <a:t>: https://doi.org/10.48550/arXiv.2601.11868</a:t>
            </a:r>
          </a:p>
        </p:txBody>
      </p:sp>
    </p:spTree>
    <p:extLst>
      <p:ext uri="{BB962C8B-B14F-4D97-AF65-F5344CB8AC3E}">
        <p14:creationId xmlns:p14="http://schemas.microsoft.com/office/powerpoint/2010/main" val="1683933851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A6F5F-015E-B52E-8A6D-7B33589E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352F0-16B1-967D-8487-99E846B26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Literature</a:t>
            </a:r>
            <a:r>
              <a:rPr lang="es-ES" dirty="0"/>
              <a:t> and </a:t>
            </a:r>
            <a:r>
              <a:rPr lang="es-ES" dirty="0" err="1"/>
              <a:t>Strategy</a:t>
            </a:r>
            <a:endParaRPr lang="es-ES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E9BB28E8-6609-F43E-A281-DB0F2CEB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Multi-agent </a:t>
            </a:r>
            <a:r>
              <a:rPr lang="de-DE" dirty="0" err="1"/>
              <a:t>architecture</a:t>
            </a:r>
            <a:r>
              <a:rPr lang="de-DE" dirty="0"/>
              <a:t> </a:t>
            </a:r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de-DE" dirty="0"/>
              <a:t>Planner – </a:t>
            </a:r>
            <a:r>
              <a:rPr lang="de-DE" dirty="0" err="1"/>
              <a:t>creating</a:t>
            </a:r>
            <a:r>
              <a:rPr lang="de-DE" dirty="0"/>
              <a:t> a plan </a:t>
            </a:r>
            <a:r>
              <a:rPr lang="de-DE" dirty="0" err="1"/>
              <a:t>over</a:t>
            </a:r>
            <a:r>
              <a:rPr lang="de-DE" dirty="0"/>
              <a:t> multiple </a:t>
            </a:r>
            <a:r>
              <a:rPr lang="de-DE" dirty="0" err="1"/>
              <a:t>turns</a:t>
            </a:r>
            <a:endParaRPr lang="de-DE" dirty="0"/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de-DE" dirty="0"/>
              <a:t>Actor – </a:t>
            </a:r>
            <a:r>
              <a:rPr lang="de-DE" dirty="0" err="1"/>
              <a:t>focuses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on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subtask</a:t>
            </a:r>
            <a:endParaRPr lang="de-DE" dirty="0"/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Critic</a:t>
            </a:r>
            <a:r>
              <a:rPr lang="de-DE" dirty="0"/>
              <a:t> – </a:t>
            </a:r>
            <a:r>
              <a:rPr lang="de-DE" dirty="0" err="1"/>
              <a:t>evaluating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Actor and </a:t>
            </a:r>
            <a:r>
              <a:rPr lang="de-DE" dirty="0" err="1"/>
              <a:t>gives</a:t>
            </a:r>
            <a:r>
              <a:rPr lang="de-DE" dirty="0"/>
              <a:t> </a:t>
            </a:r>
            <a:r>
              <a:rPr lang="de-DE" dirty="0" err="1"/>
              <a:t>feedback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Prescribed</a:t>
            </a:r>
            <a:r>
              <a:rPr lang="de-DE" dirty="0"/>
              <a:t> </a:t>
            </a:r>
            <a:r>
              <a:rPr lang="de-DE" dirty="0" err="1"/>
              <a:t>procedure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agents</a:t>
            </a:r>
            <a:endParaRPr lang="de-DE" dirty="0"/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Agents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on </a:t>
            </a:r>
            <a:r>
              <a:rPr lang="de-DE" dirty="0" err="1"/>
              <a:t>technical</a:t>
            </a:r>
            <a:r>
              <a:rPr lang="de-DE" dirty="0"/>
              <a:t> </a:t>
            </a:r>
            <a:r>
              <a:rPr lang="de-DE" dirty="0" err="1"/>
              <a:t>decision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A2ECE91-B50E-AE39-2047-81A41D331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288" y="2218855"/>
            <a:ext cx="2156025" cy="433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1060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7DEC65-C4D6-1108-7BF8-58E2B08EF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Implementation</a:t>
            </a:r>
            <a:endParaRPr lang="es-E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559E71-6BB1-99D1-9A5C-E548655E7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 err="1"/>
              <a:t>Multi-agent</a:t>
            </a:r>
            <a:r>
              <a:rPr lang="es-ES" dirty="0"/>
              <a:t> </a:t>
            </a:r>
            <a:r>
              <a:rPr lang="es-ES" dirty="0" err="1"/>
              <a:t>architecture</a:t>
            </a:r>
            <a:r>
              <a:rPr lang="es-E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L3S API as </a:t>
            </a:r>
            <a:r>
              <a:rPr lang="es-ES" dirty="0" err="1"/>
              <a:t>backend</a:t>
            </a:r>
            <a:r>
              <a:rPr lang="es-E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Qwen 3.6 27b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evaluation</a:t>
            </a:r>
            <a:r>
              <a:rPr lang="es-ES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/>
              <a:t>Backoff </a:t>
            </a:r>
            <a:r>
              <a:rPr lang="es-ES" dirty="0" err="1"/>
              <a:t>logic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API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slow</a:t>
            </a:r>
            <a:r>
              <a:rPr lang="es-ES" dirty="0"/>
              <a:t> </a:t>
            </a:r>
          </a:p>
          <a:p>
            <a:pPr marL="61722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617220" lvl="1" indent="-342900">
              <a:buFont typeface="Arial" panose="020B0604020202020204" pitchFamily="34" charset="0"/>
              <a:buChar char="•"/>
            </a:pPr>
            <a:endParaRPr lang="es-E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465A2D2-E3CC-C83A-9EF0-81A1161A3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288" y="2218855"/>
            <a:ext cx="2156025" cy="433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48041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88A9FC-B5BC-ECCE-A749-9AD454F8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RESULTS &amp; </a:t>
            </a:r>
            <a:r>
              <a:rPr lang="es-ES" dirty="0" err="1"/>
              <a:t>Evaluation</a:t>
            </a:r>
            <a:endParaRPr lang="es-ES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07995FA-2159-C373-88D1-490DC9C4A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0268712" cy="359359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 err="1"/>
              <a:t>Evaluation</a:t>
            </a:r>
            <a:r>
              <a:rPr lang="es-ES" dirty="0"/>
              <a:t> </a:t>
            </a:r>
            <a:r>
              <a:rPr lang="es-ES" dirty="0" err="1"/>
              <a:t>takes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8 </a:t>
            </a:r>
            <a:r>
              <a:rPr lang="es-ES" dirty="0" err="1"/>
              <a:t>hours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2 </a:t>
            </a:r>
            <a:r>
              <a:rPr lang="es-ES" dirty="0" err="1"/>
              <a:t>out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89 </a:t>
            </a:r>
            <a:r>
              <a:rPr lang="es-ES" dirty="0" err="1"/>
              <a:t>tasks</a:t>
            </a:r>
            <a:r>
              <a:rPr lang="es-ES" dirty="0"/>
              <a:t> </a:t>
            </a:r>
            <a:r>
              <a:rPr lang="es-ES" dirty="0" err="1"/>
              <a:t>solved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multi-agent</a:t>
            </a:r>
            <a:r>
              <a:rPr lang="es-ES" dirty="0"/>
              <a:t> </a:t>
            </a:r>
            <a:r>
              <a:rPr lang="es-ES" dirty="0" err="1"/>
              <a:t>architecture</a:t>
            </a:r>
            <a:r>
              <a:rPr lang="es-ES" dirty="0"/>
              <a:t>  </a:t>
            </a:r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es-ES" dirty="0"/>
              <a:t>65x </a:t>
            </a:r>
            <a:r>
              <a:rPr lang="es-ES" dirty="0" err="1"/>
              <a:t>Request</a:t>
            </a:r>
            <a:r>
              <a:rPr lang="es-ES" dirty="0"/>
              <a:t> </a:t>
            </a:r>
            <a:r>
              <a:rPr lang="es-ES" dirty="0" err="1"/>
              <a:t>timed</a:t>
            </a:r>
            <a:r>
              <a:rPr lang="es-ES" dirty="0"/>
              <a:t> </a:t>
            </a:r>
            <a:r>
              <a:rPr lang="es-ES" dirty="0" err="1"/>
              <a:t>out</a:t>
            </a:r>
            <a:endParaRPr lang="es-ES" dirty="0"/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es-ES" dirty="0"/>
              <a:t>22x HTTP Error 503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5 </a:t>
            </a:r>
            <a:r>
              <a:rPr lang="es-ES" dirty="0" err="1"/>
              <a:t>out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89 </a:t>
            </a:r>
            <a:r>
              <a:rPr lang="es-ES" dirty="0" err="1"/>
              <a:t>tasks</a:t>
            </a:r>
            <a:r>
              <a:rPr lang="es-ES" dirty="0"/>
              <a:t> </a:t>
            </a:r>
            <a:r>
              <a:rPr lang="es-ES" dirty="0" err="1"/>
              <a:t>solved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single-</a:t>
            </a:r>
            <a:r>
              <a:rPr lang="es-ES" dirty="0" err="1"/>
              <a:t>agent</a:t>
            </a:r>
            <a:r>
              <a:rPr lang="es-ES" dirty="0"/>
              <a:t> </a:t>
            </a:r>
            <a:r>
              <a:rPr lang="es-ES" dirty="0" err="1"/>
              <a:t>architecture</a:t>
            </a:r>
            <a:r>
              <a:rPr lang="es-ES" dirty="0"/>
              <a:t> </a:t>
            </a:r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es-ES" dirty="0"/>
              <a:t>3 </a:t>
            </a:r>
            <a:r>
              <a:rPr lang="es-ES" dirty="0" err="1"/>
              <a:t>tasks</a:t>
            </a:r>
            <a:r>
              <a:rPr lang="es-ES" dirty="0"/>
              <a:t> </a:t>
            </a:r>
            <a:r>
              <a:rPr lang="es-ES" dirty="0" err="1"/>
              <a:t>failed</a:t>
            </a:r>
            <a:endParaRPr lang="es-ES" dirty="0"/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es-ES" dirty="0"/>
              <a:t>81 </a:t>
            </a:r>
            <a:r>
              <a:rPr lang="es-ES" dirty="0" err="1"/>
              <a:t>timed</a:t>
            </a:r>
            <a:r>
              <a:rPr lang="es-ES" dirty="0"/>
              <a:t> </a:t>
            </a:r>
            <a:r>
              <a:rPr lang="es-ES" dirty="0" err="1"/>
              <a:t>out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61722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617220" lvl="1" indent="-342900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1150288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5ADCE-788E-7525-5425-B3F3D3DB8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DD8E4-9823-67E1-EABD-6478ECD3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Next </a:t>
            </a:r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12C02F-45B7-6472-D1B0-8A74C0F3E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dirty="0">
                <a:latin typeface="Franklin Gothic Medium Cond"/>
              </a:rPr>
              <a:t>Try to reduce workload </a:t>
            </a:r>
          </a:p>
          <a:p>
            <a:pPr marL="457200" indent="-457200">
              <a:buAutoNum type="arabicPeriod"/>
            </a:pPr>
            <a:r>
              <a:rPr lang="en-US" dirty="0">
                <a:latin typeface="Franklin Gothic Medium Cond"/>
              </a:rPr>
              <a:t>Checking errors in multi-agent architecture </a:t>
            </a:r>
          </a:p>
          <a:p>
            <a:pPr marL="457200" indent="-457200">
              <a:buAutoNum type="arabicPeriod"/>
            </a:pPr>
            <a:r>
              <a:rPr lang="en-US" dirty="0">
                <a:latin typeface="Franklin Gothic Medium Cond"/>
              </a:rPr>
              <a:t>Eventually:</a:t>
            </a:r>
          </a:p>
          <a:p>
            <a:pPr marL="731520" lvl="1" indent="-457200"/>
            <a:r>
              <a:rPr lang="en-US" dirty="0">
                <a:latin typeface="Franklin Gothic Medium Cond"/>
              </a:rPr>
              <a:t>Try different models across entire benchmark</a:t>
            </a:r>
          </a:p>
          <a:p>
            <a:pPr marL="731520" lvl="1" indent="-457200"/>
            <a:r>
              <a:rPr lang="en-US" dirty="0">
                <a:latin typeface="Franklin Gothic Medium Cond"/>
              </a:rPr>
              <a:t>Prompt engineering </a:t>
            </a:r>
          </a:p>
          <a:p>
            <a:pPr lvl="1" indent="0">
              <a:buNone/>
            </a:pPr>
            <a:endParaRPr lang="en-US" dirty="0">
              <a:latin typeface="Franklin Gothic Medium Cond"/>
            </a:endParaRPr>
          </a:p>
        </p:txBody>
      </p:sp>
    </p:spTree>
    <p:extLst>
      <p:ext uri="{BB962C8B-B14F-4D97-AF65-F5344CB8AC3E}">
        <p14:creationId xmlns:p14="http://schemas.microsoft.com/office/powerpoint/2010/main" val="437221194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162D-463E-C9A9-447B-00013267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6145E-B59B-7505-CDDA-E2E27011D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Q&amp;A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38734E-2F72-CBA6-0F6A-59BF5EBFB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725603739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Macintosh PowerPoint</Application>
  <PresentationFormat>Breitbild</PresentationFormat>
  <Paragraphs>60</Paragraphs>
  <Slides>10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Arial</vt:lpstr>
      <vt:lpstr>Calibri</vt:lpstr>
      <vt:lpstr>Franklin Gothic Demi Cond</vt:lpstr>
      <vt:lpstr>Franklin Gothic Medium</vt:lpstr>
      <vt:lpstr>Franklin Gothic Medium Cond</vt:lpstr>
      <vt:lpstr>Wingdings</vt:lpstr>
      <vt:lpstr>JuxtaposeVTI</vt:lpstr>
      <vt:lpstr>TEAM ER OVERFLOW</vt:lpstr>
      <vt:lpstr>WHERE WE LEFT OFF</vt:lpstr>
      <vt:lpstr>WHERE WE LEFT OFF</vt:lpstr>
      <vt:lpstr>Where we left off</vt:lpstr>
      <vt:lpstr>Challenges</vt:lpstr>
      <vt:lpstr>Literature and Strategy</vt:lpstr>
      <vt:lpstr>Implementation</vt:lpstr>
      <vt:lpstr>RESULTS &amp; Evaluation</vt:lpstr>
      <vt:lpstr>Next Steps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ER OVERFLOW</dc:title>
  <dc:creator/>
  <cp:lastModifiedBy>Felix Schnüll</cp:lastModifiedBy>
  <cp:revision>25</cp:revision>
  <dcterms:created xsi:type="dcterms:W3CDTF">2012-07-30T21:06:50Z</dcterms:created>
  <dcterms:modified xsi:type="dcterms:W3CDTF">2026-07-03T08:21:36Z</dcterms:modified>
</cp:coreProperties>
</file>